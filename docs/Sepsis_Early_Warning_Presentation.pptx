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0"/>
            <a:ext cx="365760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Predicting Sepsis 6 Hours Before It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CDDEE"/>
                </a:solidFill>
              </a:rPr>
              <a:t>Proof of concept · 40,336 ICU patients · path to live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E2A47"/>
                </a:solidFill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548640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Sepsis kills roughly 1 in 3 ICU patients who develop it.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Each hour of delayed antibiotics raises mortality by ~7%.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Today the diagnosis is reactive — we recognise sepsis when the patient is already crashing.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E2A47"/>
                </a:solidFill>
              </a:rPr>
              <a:t>Our question: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348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333333"/>
                </a:solidFill>
              </a:rPr>
              <a:t>Can we use the data already being collected — vitals every hour, labs as drawn — to flag deterioration 6 hours before clinical onset?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77777"/>
                </a:solidFill>
              </a:rPr>
              <a:t>Sepsis Early-Warning  ·  1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E2A47"/>
                </a:solidFill>
              </a:rPr>
              <a:t>What We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548640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2569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•  Reads each patient's hourly vitals and labs — exactly what nurses already chart.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•  Learns patterns from 40,336 ICU patients (open PhysioNet dataset, 2 hospitals).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•  Produces a single risk score, every hour, per patient.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</a:rPr>
              <a:t>•  Runs in milliseconds on a regular server — no GPU, no internet, no cloud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77777"/>
                </a:solidFill>
              </a:rPr>
              <a:t>Sepsis Early-Warning  ·  2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E2A47"/>
                </a:solidFill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548640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ult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40453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777777"/>
                </a:solidFill>
              </a:rPr>
              <a:t>Validated honestly: every patient is scored by a model that has never seen them. The threshold is a clinical knob — sensitivity vs. alert burden is a unit-level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77777"/>
                </a:solidFill>
              </a:rPr>
              <a:t>Sepsis Early-Warning  ·  3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E2A47"/>
                </a:solidFill>
              </a:rPr>
              <a:t>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548640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ta_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31507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A47"/>
                </a:solidFill>
              </a:rPr>
              <a:t>Source: PhysioNet / CinC Challenge 2019 — open ICU dataset, 2 hospitals.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3484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Per hour, per patient: 8 vitals (HR, BP, respiratory rate, O₂ sat, temperature, etc.) + 26 labs (lactate, creatinine, WBC, FiO₂, etc.).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Sepsis is rare (7.3% patient-level / 1.8% hour-level) — drives how we measure success and how we sample during training.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Label is provided by the dataset and flips to 1 exactly 6 hours before clinical sepsis onset (Sepsis-3 definition).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77777"/>
                </a:solidFill>
              </a:rPr>
              <a:t>Sepsis Early-Warning  ·  4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E2A47"/>
                </a:solidFill>
              </a:rPr>
              <a:t>Features — What We Built and Why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548640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</a:rPr>
              <a:t>From 34 raw clinical columns we engineered ~300 features — every category answers a different clinical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A47"/>
                </a:solidFill>
              </a:rPr>
              <a:t>Feature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Raw vitals + labs — current values.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6-hour rolling stats — mean, max, min, std (trend).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Hour-over-hour deltas — acute change.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Personal-baseline deviation (CUSUM) — drift from THIS patient's normal.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Missingness flags + time-since-last-draw — what's NOT measured is informative.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Clinical scores — SIRS, qSOFA, MEWS, Shock Index.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Age &amp; gender-stratified normal ranges.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A47"/>
                </a:solidFill>
              </a:rPr>
              <a:t>Example assumption we challenged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We had hospital ID, ICU unit, and admission-time as candidate features. Early models ranked these as the #1 and #2 most important — meaning the model was learning "this is Hospital B," not "this patient is sick."
We dropped them. Same with raw ICU length-of-stay (longer stay → more sepsis is tautological — we'd be predicting the past, not the future).
Lesson: features that correlate with the outcome are not always features that PREDICT it. We force the model to learn biology, not bookkeeping.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77777"/>
                </a:solidFill>
              </a:rPr>
              <a:t>Sepsis Early-Warning  ·  5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E2A47"/>
                </a:solidFill>
              </a:rPr>
              <a:t>Feature Selection — From 309 to 100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548640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A47"/>
                </a:solidFill>
              </a:rPr>
              <a:t>Two filters: keep what predicts, drop what duplicates.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A47"/>
                </a:solidFill>
              </a:rPr>
              <a:t>Information Value (IV)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12848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How strongly does this feature, on its own, separate sepsis from non-sepsis? IV &gt; 0.30 = strong predictor · 0.10–0.30 = medium · &lt; 0.10 = weak. We rank every feature and keep the top discriminators.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A47"/>
                </a:solidFill>
              </a:rPr>
              <a:t>Collinearity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04487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When two features carry the same information (e.g., Lactate and Lactate-rolling-mean over 6h are 95% correlated), we keep one and drop the other. Reduces noise, shrinks overfitting, and makes the model easier to audit.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A47"/>
                </a:solidFill>
              </a:rPr>
              <a:t>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96128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Pruned 309 → 100 features. AUROC essentially unchanged (0.850 → 0.844). Overfit gap shrinks slightly. Inference is faster, the model is leaner.</a:t>
            </a:r>
          </a:p>
        </p:txBody>
      </p:sp>
      <p:pic>
        <p:nvPicPr>
          <p:cNvPr id="11" name="Picture 10" descr="iv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5852160" cy="26436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77777"/>
                </a:solidFill>
              </a:rPr>
              <a:t>Sepsis Early-Warning  ·  6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4FC3E5"/>
                </a:solidFill>
              </a:rPr>
              <a:t>How One Feature Separates Sepsis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4FC3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8898A8"/>
                </a:solidFill>
              </a:rPr>
              <a:t>Lactate deviation from each patient's own baseline (6-hour rolling max) — as the deviation grows, sepsis rate climbs.</a:t>
            </a:r>
          </a:p>
        </p:txBody>
      </p:sp>
      <p:pic>
        <p:nvPicPr>
          <p:cNvPr id="6" name="Picture 5" descr="feature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7955279" cy="42680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5360" y="17830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4FC3E5"/>
                </a:solidFill>
              </a:rPr>
              <a:t>What this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19456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E8EEF5"/>
                </a:solidFill>
              </a:rPr>
              <a:t>•  X-axis = how far lactate is above this patient's own baseline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8EEF5"/>
                </a:solidFill>
              </a:rPr>
              <a:t>•  Y-axis = % of those hours flagged as sepsis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8EEF5"/>
                </a:solidFill>
              </a:rPr>
              <a:t>•  Cyan bars = below population average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8EEF5"/>
                </a:solidFill>
              </a:rPr>
              <a:t>•  Red bars = above population average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8EEF5"/>
                </a:solidFill>
              </a:rPr>
              <a:t>•  Yellow line = overall sepsis rate (1.8%)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E8EEF5"/>
                </a:solidFill>
              </a:rPr>
              <a:t>•  Pattern is monotonic — bigger drift, higher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5074920"/>
            <a:ext cx="1600200" cy="960120"/>
          </a:xfrm>
          <a:prstGeom prst="rect">
            <a:avLst/>
          </a:prstGeom>
          <a:solidFill>
            <a:srgbClr val="15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512064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8A8"/>
                </a:solidFill>
              </a:rPr>
              <a:t>Near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5422392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FC3E5"/>
                </a:solidFill>
              </a:rPr>
              <a:t>1.1%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87000" y="5074920"/>
            <a:ext cx="1600200" cy="960120"/>
          </a:xfrm>
          <a:prstGeom prst="rect">
            <a:avLst/>
          </a:prstGeom>
          <a:solidFill>
            <a:srgbClr val="15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78440" y="512064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898A8"/>
                </a:solidFill>
              </a:rPr>
              <a:t>Deviation &gt;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5422392"/>
            <a:ext cx="1463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57373"/>
                </a:solidFill>
              </a:rPr>
              <a:t>4.9%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172200"/>
            <a:ext cx="54864" cy="457200"/>
          </a:xfrm>
          <a:prstGeom prst="rect">
            <a:avLst/>
          </a:prstGeom>
          <a:solidFill>
            <a:srgbClr val="F9C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E8EEF5"/>
                </a:solidFill>
              </a:rPr>
              <a:t>Sepsis hour-rate at ≈4× the population average when lactate has drifted more than 4 mmol/L above the patient's own baseline. The model uses ~300 such features together — no single one is the answer, but each one moves the score.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8898A8"/>
                </a:solidFill>
              </a:rPr>
              <a:t>Lactate baseline-deviation (6h max) by hour  ·  1.54M hourly observations  ·  both hospitals  ·  7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E2A47"/>
                </a:solidFill>
              </a:rPr>
              <a:t>How We Detect Deviation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548640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A47"/>
                </a:solidFill>
              </a:rPr>
              <a:t>Each patient is their own baseline — and that's the point.</a:t>
            </a:r>
          </a:p>
        </p:txBody>
      </p:sp>
      <p:pic>
        <p:nvPicPr>
          <p:cNvPr id="5" name="Picture 4" descr="dev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7772400" cy="29090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7830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333333"/>
                </a:solidFill>
              </a:rPr>
              <a:t>•  First ~6 hours establish this patient's personal normal.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33333"/>
                </a:solidFill>
              </a:rPr>
              <a:t>•  Each subsequent hour is compared against THEIR baseline, not a textbook range.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33333"/>
                </a:solidFill>
              </a:rPr>
              <a:t>•  We accumulate small deviations (a method called CUSUM) — sustained drift trips the alarm.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33333"/>
                </a:solidFill>
              </a:rPr>
              <a:t>•  Crucially: at hour t we only use data through hour t. No peeking at the future.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333333"/>
                </a:solidFill>
              </a:rPr>
              <a:t>•  70 bpm may be normal for one patient and abnormal for another — absolute thresholds miss this. Personal baselines don't.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77777"/>
                </a:solidFill>
              </a:rPr>
              <a:t>Sepsis Early-Warning  ·  8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E2A47"/>
                </a:solidFill>
              </a:rPr>
              <a:t>What the Model Assumes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548640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77777"/>
                </a:solidFill>
              </a:rPr>
              <a:t>Six standing assumptions — anywhere these break, the model needs revisiting.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2A47"/>
                </a:solidFill>
              </a:rPr>
              <a:t>•  Hourly vitals and labs capture enough of the patient's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If a unit charts only every 4–6 hours, the rolling trends become coarse and the personal baseline takes longer to establish.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2A47"/>
                </a:solidFill>
              </a:rPr>
              <a:t>•  The 6-hour-before-onset label is clinically meaningful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3522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We rely on the Sepsis-3 definition encoded in the dataset. A different definition (e.g., site-specific protocols) shifts what we're predicting.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2A47"/>
                </a:solidFill>
              </a:rPr>
              <a:t>•  A patient's first hours represent their stable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1246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If they arrive already deteriorating, there is no clean baseline to deviate from. We exclude these patients from training.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2A47"/>
                </a:solidFill>
              </a:rPr>
              <a:t>•  Patterns learned on PhysioNet patients transfer to similar ICUs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8970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Same broad demographics, similar instrument set. We assume the relationship between vital trajectories and sepsis is biological, not site-specific.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3775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2A47"/>
                </a:solidFill>
              </a:rPr>
              <a:t>•  Missingness is itself informative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6694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Which labs get ordered, and how often, reflects clinical concern. Sicker patients get tested more — the model uses this signal.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1499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E2A47"/>
                </a:solidFill>
              </a:rPr>
              <a:t>•  The model is a recommender, not a decision-maker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044183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33333"/>
                </a:solidFill>
              </a:rPr>
              <a:t>It outputs a risk score. The clinician chooses the action. Liability and trust both rest there, by design.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77777"/>
                </a:solidFill>
              </a:rPr>
              <a:t>Sepsis Early-Warning  ·  9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E2A47"/>
                </a:solidFill>
              </a:rPr>
              <a:t>From Research Data to Live Hospital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548640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77777"/>
                </a:solidFill>
              </a:rPr>
              <a:t>Our PoC runs on a clean, retrospective dataset. A live ICU is messier — and richer.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2A47"/>
                </a:solidFill>
              </a:rPr>
              <a:t>What gets harder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Real-time data quality: lab delays, sensor dropouts, charting lag.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EHR integration: every hospital's HL7 / FHIR feed is different.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Alert fatigue: the threshold must be tuned for that unit's workflow.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Drift: patient mix and protocols change. Model needs monthly review.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Workflow trust: clinicians must understand what the alert is saying.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7451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2A47"/>
                </a:solidFill>
              </a:rPr>
              <a:t>What gets better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Variables we don't have today — urine output, vasopressors, ventilator status, procalcitonin, CRP, cultures.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Outcome data — discharge status, mortality, antibiotic timing — feeds back into retraining.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Patient-baseline learning: re-train on YOUR population, not Boston ICU patients.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Cross-system signals: nurse notes, imaging timestamps, escalation patterns.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Multi-outcome triage: sepsis is just the first label.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77777"/>
                </a:solidFill>
              </a:rPr>
              <a:t>Sepsis Early-Warning  ·  10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E2A47"/>
                </a:solidFill>
              </a:rPr>
              <a:t>Why This Matters More in India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548640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Sepsis burden is higher: India accounts for ~3 million sepsis cases annually, with case-fatality rates substantially above OECD averages.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ICU capacity is constrained: ~2.3 ICU beds per 100,000 vs. ~30 in the US. Better triage = better use of scarce beds.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Nurse-to-patient ratios are tighter — automated, reliable alerting compensates for what continuous bedside vigilance can't.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Antimicrobial resistance is steeper: carbapenem-resistant organisms are common. Earlier identification means earlier (and narrower) antibiotic choices.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Lab access varies hospital-to-hospital — the model is designed to degrade gracefully when lactate or procalcitonin isn't available hourly.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Cost-of-deployment matters: this model runs on commodity CPU. No GPUs, no cloud dependency, no per-query LLM cost.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</a:rPr>
              <a:t>•  EHR landscape is fragmented — but a deterministic, auditable model is much easier to get past Indian regulators than a black-box LLM.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77777"/>
                </a:solidFill>
              </a:rPr>
              <a:t>Sepsis Early-Warning  ·  11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E2A47"/>
                </a:solidFill>
              </a:rPr>
              <a:t>Beyond Sepsis — A General ICU Triage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548640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E2A47"/>
                </a:solidFill>
              </a:rPr>
              <a:t>Sepsis is the proof of concept. The pipeline is outcome-agnostic.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A47"/>
                </a:solidFill>
              </a:rPr>
              <a:t>Reusable across outcomes: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Same data layer — hourly vitals, labs, missingness patterns.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Same feature engineering — rolling trends, personal-baseline drift, clinical scores.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Same validation discipline — patient-level cross-validation, no leakage.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Same alerting + explanation layer.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Only the label changes — what we're predicting.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E2A47"/>
                </a:solidFill>
              </a:rPr>
              <a:t>Outcomes the same approach can target: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Acute kidney injury (AKI)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Respiratory failure / impending intubation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Hemodynamic collapse / shock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Cardiac arrest within X hours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ICU readmission risk at discharge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333333"/>
                </a:solidFill>
              </a:rPr>
              <a:t>•  Delirium onset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</a:rPr>
              <a:t>Run several in parallel → each ICU bed gets a vector of risks, not a single label. One platform, many early-warnings, one triage dashboard per unit.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77777"/>
                </a:solidFill>
              </a:rPr>
              <a:t>Sepsis Early-Warning  ·  12 /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E2A47"/>
                </a:solidFill>
              </a:rPr>
              <a:t>Path Forward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78992"/>
            <a:ext cx="548640" cy="54864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77777"/>
                </a:solidFill>
              </a:rPr>
              <a:t>Three steps from proof of concept to bedside.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2A47"/>
                </a:solidFill>
              </a:rPr>
              <a:t>1.  Partner with a hospital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</a:rPr>
              <a:t>Pilot on de-identified EHR data from one ICU. Re-train on the local patient population. Validate on outcomes that matter — antibiotic timing, mortality, length of stay.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37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2A47"/>
                </a:solidFill>
              </a:rPr>
              <a:t>2.  Wire it into the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</a:rPr>
              <a:t>Live HL7 / FHIR feed → hourly scoring → alert routed to the nurse station. Run silent (shadow mode) for 4–8 weeks before any clinical action is taken.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E2A47"/>
                </a:solidFill>
              </a:rPr>
              <a:t>3.  Expand label-by-label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33333"/>
                </a:solidFill>
              </a:rPr>
              <a:t>Add AKI, then respiratory failure, then shock — same pipeline, new labels. Each new outcome compounds the platform's value without rebuilding the foundation.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777777"/>
                </a:solidFill>
              </a:rPr>
              <a:t>Sepsis Early-Warning  ·  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